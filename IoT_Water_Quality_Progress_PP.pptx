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14" r:id="rId13"/>
    <p:sldId id="504" r:id="rId14"/>
    <p:sldId id="502" r:id="rId15"/>
    <p:sldId id="506" r:id="rId16"/>
    <p:sldId id="269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 showGuides="1">
      <p:cViewPr varScale="1">
        <p:scale>
          <a:sx n="87" d="100"/>
          <a:sy n="87" d="100"/>
        </p:scale>
        <p:origin x="74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Pre-Final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Submitted by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70447" y="3505366"/>
          <a:ext cx="609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2401010070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Rajat Singh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2401010047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Amandeep Singh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2401010042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Aayush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2401010079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Utsav Sabharwal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2401010112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Naman Yadav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Design and Development of Smart IoT-based System for Improving Water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</a:p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Faculty Mentor: Dr. Meenu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93" name="TextBox Content"/>
          <p:cNvSpPr txBox="1"/>
          <p:nvPr/>
        </p:nvSpPr>
        <p:spPr>
          <a:xfrm>
            <a:off x="179512" y="1293834"/>
            <a:ext cx="8784976" cy="305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Water quality degradation is a major global issue caused by industrial discharge, sewage, and agricultural runoff.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project proposes an IoT-based real-time water quality monitoring system using affordable hardware components.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continuously monitors critical water parameters (tds , Turbidity, Temperature, Moisture) and provides timely alerts.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is transmitted wirelessly to a cloud platform and visualized via a web dashboard accessible to end users.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solution targets drinking water safety, environmental monitoring, and smart city water management use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4" name="TextBox Content"/>
          <p:cNvSpPr txBox="1"/>
          <p:nvPr/>
        </p:nvSpPr>
        <p:spPr>
          <a:xfrm>
            <a:off x="179512" y="1293834"/>
            <a:ext cx="8784976" cy="275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 key water quality parameters ( tds,turbidity, temperature, moisture ) and their health impact.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a real-time IoT monitoring system with automated data collection and threshold-based alerts.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multiple sensors with an ESP8266 microcontroller for reliable data acquisition.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 and visualize water quality data on a cloud platform . Generate automated alerts for abnormal conditions to enable rapid response from authorities.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5" name="TextBox Content"/>
          <p:cNvSpPr txBox="1"/>
          <p:nvPr/>
        </p:nvSpPr>
        <p:spPr>
          <a:xfrm>
            <a:off x="179512" y="1293834"/>
            <a:ext cx="8784976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water quality monitoring across multiple parameters simultaneously.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Low-cost and automated system using off-the-shelf IoT hardware components.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Cloud-based data storage with persistent logging for trend analysis.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dashboard with live data visualization, charts, and alert notifications.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Scalable and user-friendly design adaptable to various deployment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 panose="020B0604020202020204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6" name="TextBox Content"/>
          <p:cNvSpPr txBox="1"/>
          <p:nvPr/>
        </p:nvSpPr>
        <p:spPr>
          <a:xfrm>
            <a:off x="179512" y="1293834"/>
            <a:ext cx="8784976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 Setup: COMPLETED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ESP8266 microcontroller procured and tested. tds, turbidity, temperature &amp; moisture sensors interfaced successfully.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Firmware / Embedded Code: IN PROGRESS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reading routines coded in ESP8266. Wi-Fi connectivity and HTTP data push implemented.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Dashboard UI: IN PROGRESS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Node.js + React frontend scaffolded. Live sensor data display and alert panel under active development.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 Repository: ACTIVE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GitHub repo initialized with structured branches (main, dev, feature/*). Regular commits by all team members.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 panose="020B0604020202020204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97" name="TextBox Content"/>
          <p:cNvSpPr txBox="1"/>
          <p:nvPr/>
        </p:nvSpPr>
        <p:spPr>
          <a:xfrm>
            <a:off x="179512" y="1293834"/>
            <a:ext cx="8784976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1 – Hardware &amp; Sensor Integration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ESP8266 breadboard prototype assembled. All four sensors wired, calibrated, and reading accurate values in lab tests.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2 – Embedded Firmware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 sketch written for multi-sensor polling at 5-second intervals. Data formatted as JSON payload.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3 – Cloud &amp; Backend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Firebase project created; real-time DB rules configured. Node.js REST API endpoints expose sensor data to frontend.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4 – Frontend Dashboard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 app with live charts (Chart.js), sensor status cards, and SMS/email alert triggers being built.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8" name="TextBox Content"/>
          <p:cNvSpPr txBox="1"/>
          <p:nvPr/>
        </p:nvSpPr>
        <p:spPr>
          <a:xfrm>
            <a:off x="179512" y="1293834"/>
            <a:ext cx="8784976" cy="305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Interfacing: tds, turbidity, temperature, and Moisture ESP8266 via ADC/I2C pins.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Acquisition: Firmware polls sensors every 5 seconds and packages readings as structured JSON objects.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Wireless Transmission: ESP8266 connects to Wi-Fi and pushes data to Firebase Realtime Database via HTTPS.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Storage &amp; Visualization: Firebase stores timestamped records; Node.js API fetches data for the React dashboard.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 Generation: Threshold values pre-configured per parameter; system triggers alerts when limits are exceeded.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6"/>
            </p:blipFill>
            <p:spPr>
              <a:xfrm>
                <a:off x="6087360" y="2475240"/>
                <a:ext cx="646200" cy="333720"/>
              </a:xfrm>
              <a:prstGeom prst="rect"/>
            </p:spPr>
          </p:pic>
        </mc:Fallback>
      </mc:AlternateContent>
      <p:sp>
        <p:nvSpPr>
          <p:cNvPr id="99" name="TextBox Content"/>
          <p:cNvSpPr txBox="1"/>
          <p:nvPr/>
        </p:nvSpPr>
        <p:spPr>
          <a:xfrm>
            <a:off x="179512" y="1293834"/>
            <a:ext cx="8784976" cy="456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20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Flow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Sensors Layer:  </a:t>
            </a:r>
            <a:r>
              <a:rPr lang="en-US" kern="100" dirty="0" err="1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tds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|  Turbidity Sensor  |  Temperature Sensor  |  Moisture Sensor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▼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Microcontroller:  ESP8266  — reads, processes, and packages sensor data as JSON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▼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Communication:  Wi-Fi (802.11 b/g/n) — HTTPS POST to Firebase Realtime Database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▼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Platform:  Firebase / ThingSpeak — timestamped storage, rule-based alert triggers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▼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Presentation Layer:  React Web Dashboard — live charts, sensor cards, alert panel, SMS/Email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00" name="TextBox Content"/>
          <p:cNvSpPr txBox="1"/>
          <p:nvPr/>
        </p:nvSpPr>
        <p:spPr>
          <a:xfrm>
            <a:off x="179512" y="1293834"/>
            <a:ext cx="8784976" cy="397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20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Embedded / Hardware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ESP8266 microcontroller, tds sensor (analog), DS18B20 temperature sensor, turbidity sensor, Moisture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 / Cloud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Node.js, Express.js, Firebase Realtime Database, ThingSpeak API, Nodemailer for alerts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React.js, Chart.js, Axios, CSS Modules — responsive dashboard hosted on Netlify/Vercel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Version Control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 + GitHub — structured branching strategy (main / dev / feature/*), PRs reviewed before merging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6"/>
            </p:blipFill>
            <p:spPr>
              <a:xfrm>
                <a:off x="7203160" y="2489200"/>
                <a:ext cx="484560" cy="34920"/>
              </a:xfrm>
              <a:prstGeom prst="rect"/>
            </p:spPr>
          </p:pic>
        </mc:Fallback>
      </mc:AlternateContent>
      <p:sp>
        <p:nvSpPr>
          <p:cNvPr id="101" name="TextBox Content"/>
          <p:cNvSpPr txBox="1"/>
          <p:nvPr/>
        </p:nvSpPr>
        <p:spPr>
          <a:xfrm>
            <a:off x="179512" y="1293834"/>
            <a:ext cx="8784976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1 — Problem Study &amp; Literature Review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Jan 2025: Researched water quality parameters, IoT protocols, existing solutions. Finalized hardware list.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2 — Hardware Selection &amp; Setup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Feb 2025: Procured components. Assembled ESP32 prototype. Verified individual sensor readings.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3 — Sensor Integration &amp; Coding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 2025: Multi-sensor firmware written. Data formatted and pushed to cloud. Git repo established.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4 — Cloud &amp; Dashboard Development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 2025 (ongoing): Firebase integration live. React dashboard under active development.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5 — Testing &amp; Documentation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May 2025 (planned): End-to-end testing, bug fixes, final documentation and project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6"/>
            </p:blipFill>
            <p:spPr>
              <a:xfrm>
                <a:off x="7203160" y="2489200"/>
                <a:ext cx="484560" cy="34920"/>
              </a:xfrm>
              <a:prstGeom prst="rect"/>
            </p:spPr>
          </p:pic>
        </mc:Fallback>
      </mc:AlternateContent>
      <p:sp>
        <p:nvSpPr>
          <p:cNvPr id="102" name="TextBox Content"/>
          <p:cNvSpPr txBox="1"/>
          <p:nvPr/>
        </p:nvSpPr>
        <p:spPr>
          <a:xfrm>
            <a:off x="179512" y="1293834"/>
            <a:ext cx="8784976" cy="305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React web dashboard with real-time Chart.js visualizations and alert notification panel.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SMS and email alert system using Nodemailer / Twilio when sensor thresholds are exceeded.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Conduct field testing by deploying the sensor unit in a real water body and validating accuracy.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 power consumption of ESP8266 using deep-sleep modes for battery-powered deployments.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Finalize technical documentation, project report, and prepare demo video for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TextBox Content"/>
          <p:cNvSpPr txBox="1"/>
          <p:nvPr/>
        </p:nvSpPr>
        <p:spPr>
          <a:xfrm>
            <a:off x="179512" y="1293834"/>
            <a:ext cx="8784976" cy="3349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ESP8266 , tds sensor module (with BNC probe), DS18B20 temperature sensor, turbidity sensor module, Moisture sensor.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&amp; Libraries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Node.js, Express.js, React.js, Chart.js.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Firebase Realtime Database (primary), ThingSpeak (backup logging), Netlify / Vercel (frontend hosting).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b="1" kern="100" dirty="0">
                <a:solidFill>
                  <a:srgbClr val="0060A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44444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Live sensor readings collected from lab water samples. Reference datasets from WHO and BIS drinking water standards.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" name="TextBox Content"/>
          <p:cNvSpPr txBox="1"/>
          <p:nvPr/>
        </p:nvSpPr>
        <p:spPr>
          <a:xfrm>
            <a:off x="179512" y="1293834"/>
            <a:ext cx="8784976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Drinking water monitoring — real-time safety checks for municipal water supply systems.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Rivers and lakes pollution detection — early warning for industrial or agricultural contamination events.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city water management — integration with city-wide IoT infrastructure for centralized monitoring.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Agriculture and irrigation systems — ensuring irrigation water quality to protect crop health.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Fish farming and aquatic ecosystem protection — maintaining optimal dissolved oxygen and pH levels.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5" name="TextBox Content"/>
          <p:cNvSpPr txBox="1"/>
          <p:nvPr/>
        </p:nvSpPr>
        <p:spPr>
          <a:xfrm>
            <a:off x="179512" y="1293834"/>
            <a:ext cx="8784976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24/7 monitoring of water quality parameters with sub-minute data refresh rates.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Early detection of contamination events, enabling rapid remediation before widespread impact.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Reduction in waterborne diseases through proactive alerts to health and municipal authorities.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 for environmental sustainability goals by providing data-driven insights to policymakers.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decision-making for water authorities with historical trend data and anomaly detection.</a:t>
            </a:r>
          </a:p>
          <a:p>
            <a:pPr marL="342900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Scalable low-cost solution replicable across rural and urban water bodies nationwide.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anose="02020404030301010803" pitchFamily="18" charset="0"/>
              </a:rPr>
              <a:t>THANK</a:t>
            </a:r>
            <a:r>
              <a:rPr lang="en-US" sz="7200" dirty="0">
                <a:latin typeface="Garamond" panose="02020404030301010803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anose="02020404030301010803" pitchFamily="18" charset="0"/>
              </a:rPr>
              <a:t>YOU</a:t>
            </a:r>
            <a:endParaRPr lang="en-IN" sz="7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Microsoft Office PowerPoint</Application>
  <PresentationFormat>On-screen Show (4:3)</PresentationFormat>
  <Paragraphs>158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Aayush Aayush</cp:lastModifiedBy>
  <cp:revision>314</cp:revision>
  <cp:lastPrinted>2022-09-05T08:43:00Z</cp:lastPrinted>
  <dcterms:created xsi:type="dcterms:W3CDTF">2020-01-16T09:05:00Z</dcterms:created>
  <dcterms:modified xsi:type="dcterms:W3CDTF">2026-03-17T09:39:54Z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D1D69FFB24E3488797FC6FC43B3F83DF_12</vt:lpwstr>
  </property>
  <property fmtid="{D5CDD505-2E9C-101B-9397-08002B2CF9AE}" pid="3" name="KSOProductBuildVer">
    <vt:lpwstr>1033-12.2.0.23196</vt:lpwstr>
  </property>
</Properties>
</file>